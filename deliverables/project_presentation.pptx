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VO₂max RMSE</c:v>
                </c:pt>
              </c:strCache>
            </c:strRef>
          </c:tx>
          <c:spPr>
            <a:solidFill>
              <a:srgbClr val="1E2761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RandomForest</c:v>
                  </c:pt>
                  <c:pt idx="1">
                    <c:v>Ridge</c:v>
                  </c:pt>
                  <c:pt idx="2">
                    <c:v>Linear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1.13</c:v>
                </c:pt>
                <c:pt idx="1">
                  <c:v>8.85</c:v>
                </c:pt>
                <c:pt idx="2">
                  <c:v>9.61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Body-fat R²</c:v>
                </c:pt>
              </c:strCache>
            </c:strRef>
          </c:tx>
          <c:spPr>
            <a:solidFill>
              <a:srgbClr val="1E2761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RandomForest</c:v>
                  </c:pt>
                  <c:pt idx="1">
                    <c:v>Linear</c:v>
                  </c:pt>
                  <c:pt idx="2">
                    <c:v>Ridge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0.874</c:v>
                </c:pt>
                <c:pt idx="1">
                  <c:v>0.872</c:v>
                </c:pt>
                <c:pt idx="2">
                  <c:v>0.743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E2761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LogReg</c:v>
                  </c:pt>
                  <c:pt idx="1">
                    <c:v>RandomForest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0.75</c:v>
                </c:pt>
                <c:pt idx="1">
                  <c:v>0.708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macro</c:v>
                </c:pt>
              </c:strCache>
            </c:strRef>
          </c:tx>
          <c:spPr>
            <a:solidFill>
              <a:srgbClr val="F96167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LogReg</c:v>
                  </c:pt>
                  <c:pt idx="1">
                    <c:v>RandomForest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0.718</c:v>
                </c:pt>
                <c:pt idx="1">
                  <c:v>0.683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CADCFC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LogReg</c:v>
                  </c:pt>
                  <c:pt idx="1">
                    <c:v>RandomForest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0.819</c:v>
                </c:pt>
                <c:pt idx="1">
                  <c:v>0.863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CSE 881  ·  Data Mining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Health, Fitness,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Progress Using Wearable Devices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prototype: PhysioNet ingestion · EM imputation · ML for VO₂max, body-fat %, activity · Flask dashboard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· Atharva ·  Spring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5943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gap.
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devices continuously log heart rate, EDA, temperature, accelerometry — but users rarely get actionable fitness metrics back.
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challenge.
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reliable indicators (VO₂max, body-fat %, session intensity) from noisy, missing, multi-rate time series and presenting them in context against clinical baselines.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949440" y="1280160"/>
            <a:ext cx="4663440" cy="1325880"/>
          </a:xfrm>
          <a:prstGeom prst="roundRect">
            <a:avLst>
              <a:gd name="adj" fmla="val 5517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1371600"/>
            <a:ext cx="1645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0" y="1371600"/>
            <a:ext cx="2834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in the PhysioNet cohort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0" y="2788920"/>
            <a:ext cx="4663440" cy="1325880"/>
          </a:xfrm>
          <a:prstGeom prst="roundRect">
            <a:avLst>
              <a:gd name="adj" fmla="val 5517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2880360"/>
            <a:ext cx="1645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686800" y="2880360"/>
            <a:ext cx="2834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protocols: aerobic · anaerobic · stress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4297680"/>
            <a:ext cx="4663440" cy="1325880"/>
          </a:xfrm>
          <a:prstGeom prst="roundRect">
            <a:avLst>
              <a:gd name="adj" fmla="val 5517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389120"/>
            <a:ext cx="1645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21M+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686800" y="4389120"/>
            <a:ext cx="2834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sensor rows ingested into SQLite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Health, Fitness &amp; Progress  ·  CSE 881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 ·  PhysioNet Wearable Device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Hongn et al., 2025 — Wearable Device Dataset from Induced Stress and Structured Exercise Sessions.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ID · Age · Gender · Height · Weight · Activity history · Protocol version (V1/V2)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7373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streams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22860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@ 1 Hz · TEMP @ 4 Hz · EDA @ 4 Hz · BVP @ 64 Hz · ACC (x,y,z) @ 32 Hz · IBI (event-based)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23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sessions per subject: AEROBIC · ANAEROBIC · STRESS — stored hierarchically in CSVs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38862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4023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reference (scraped)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44348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VO₂max norms by age / sex / sport from fitness-science repositories (inscyd.com)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Health, Fitness &amp; Progress  ·  CSE 881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8056" y="2103120"/>
            <a:ext cx="169164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5276" y="187452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5276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9496" y="24231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PhysioNet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39696" y="26746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8056" y="393192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subject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68296" y="2103120"/>
            <a:ext cx="169164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85516" y="187452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85516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59736" y="24231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59936" y="26746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368296" y="393192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wearable_data.db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88536" y="2103120"/>
            <a:ext cx="169164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05756" y="187452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5756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79976" y="24231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80176" y="26746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288536" y="393192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fill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08776" y="2103120"/>
            <a:ext cx="169164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25996" y="187452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5996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00216" y="24231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900416" y="26746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208776" y="393192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HRV, EDA,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stats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29016" y="2103120"/>
            <a:ext cx="169164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46236" y="187452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46236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0456" y="24231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820656" y="26746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8129016" y="393192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Ridge,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LogReg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049256" y="2103120"/>
            <a:ext cx="169164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66476" y="187452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66476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140696" y="24231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049256" y="393192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· Models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53949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a standalone Python module — reproducible, testable, re-runnable.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Health, Fitness &amp; Progress  ·  CSE 881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·  EM Imputation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EM?
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imputation zeroes out correlations between sensor streams. Dropping rows deletes valid demographics.
</a:t>
            </a:r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
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Assume multivariate Gaussian (μ, Σ).
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E-step: fill missing cells with conditional means given observed cells.
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M-step: re-estimate (μ, Σ) using filled data plus covariance correction.
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Iterate until ‖Δμ‖ + ‖ΔΣ‖ &lt; 10⁻⁴.
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766560" y="1280160"/>
            <a:ext cx="4846320" cy="4389120"/>
          </a:xfrm>
          <a:prstGeom prst="roundRect">
            <a:avLst>
              <a:gd name="adj" fmla="val 208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1417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MCAR Benchmark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49440" y="18745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samples · 3-D multivariate normal · 15% MCAR
</a:t>
            </a:r>
            <a:pPr indent="0" marL="0">
              <a:buNone/>
            </a:pPr>
            <a:r>
              <a:rPr lang="en-US" sz="14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in 6 iterations
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3017520"/>
            <a:ext cx="448056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30632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869680" y="30632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on held-out cells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(lower = better)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43891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replaces sensor-stream spikes (|z|&gt;5) with forward-filled rolling medians.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Health, Fitness &amp; Progress  ·  CSE 881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 row per (subject, activity) · 51 columns · 94 rows total.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109728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statistics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· std · min · max · P25 · P75 · range · linear slope · HR reserve used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828800"/>
            <a:ext cx="109728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920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Thermoregulation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3317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mean · std · drift · P25 / P75 over session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82880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828800"/>
            <a:ext cx="109728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920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conductance (EDA)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0" y="23317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/ std / peaks · captures stress response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429000"/>
            <a:ext cx="109728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20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intensity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9319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 magnitude √(x²+y²+z²) — mean · std · range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342900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429000"/>
            <a:ext cx="109728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520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Heart-rate variability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39319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SDNN · RMSSD · mean IBI — parasympathetic proxies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0" y="342900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3429000"/>
            <a:ext cx="109728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3520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+ encoded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03920" y="39319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height · weight · gender_m · active_bin · activity one-hots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Health, Fitness &amp; Progress  ·  CSE 881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Target Construction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VO₂max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73152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formula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· HR_max / HR_rest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Uth-Sorensen field estimate (mL/kg/min).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 evaluated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4709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· Ridge · RandomForest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137160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600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Body-fat %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617720" y="2194560"/>
            <a:ext cx="73152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formula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26060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1.20·BMI + 0.23·age − 10.8·sex − 5.4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17720" y="3429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17720" y="3703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Deurenberg BMI-based equation.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17720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 evaluated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4709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· Ridge · RandomForest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0" y="137160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1600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class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458200" y="2194560"/>
            <a:ext cx="73152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formula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58200" y="26060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AEROBIC / ANAEROBIC / STRESS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58200" y="3429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58200" y="3703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label from the dataset.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58200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 evaluated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58200" y="4709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 · RandomForest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75/25 train/test split · scikit-learn · StandardScaler for linear models.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Health, Fitness &amp; Progress  ·  CSE 881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Regression Tasks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VO₂max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RMSE (lower is better)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01168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280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Body-fat 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30936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R² (higher is better)</a:t>
            </a:r>
            <a:endParaRPr lang="en-US" sz="11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309360" y="201168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31520" y="56235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wins both — captures non-linear HR-rest/HR-max and demographic interactions that linear models miss.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Health, Fitness &amp; Progress  ·  CSE 881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Activity Classification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classification — AEROBIC · ANAEROBIC · STRESS  (94 sessions)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7315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173736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0" y="178308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0.750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784080" y="178308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138160" y="320040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0" y="324612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0.718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9784080" y="32461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(macro)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38160" y="466344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0" y="470916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0.863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9784080" y="47091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Health, Fitness &amp; Progress  ·  CSE 881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 ·  Dataset Explorer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4" name="Image 0" descr="C:\Users\Atharva\Desktop\881-project\CSE881-\deliverables\images\expl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11091672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722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per-subject, per-activity sensor stream viewer — HR, EDA, TEMP, BVP, ACC channels, with summary statistics (mean, std, min, max) computed on the fly.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Health, Fitness &amp; Progress  ·  CSE 881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 ·  Health Estimator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4" name="Image 0" descr="C:\Users\Atharva\Desktop\881-project\CSE881-\deliverables\images\predi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11091672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722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full trained pipeline on user-entered demographics + HR inputs and returns VO₂max, body-fat %, BMI, and activity-class probabilities.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Health, Fitness &amp; Progress  ·  CSE 881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Reproducible ETL into SQLite (21M+ rows).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Hand-rolled multivariate-Gaussian EM imputer + sklearn sanity check.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51-feature session table driving 3 ML tasks.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Best: VO₂max RMSE 1.13 · Body-fat R² 0.87 · Activity F1 0.72.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Flask dashboard with explore / models / predict views.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233172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Only 46 subjects — small N limits generalisation.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Targets are physiology proxies, not gold-standard lab values.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Add subject-level cross-validation and calibration curves.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Bring in external clinical datasets for real VO₂max labels.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Deploy as a lightweight PWA with live wearable sync.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Quantifying Health, Fitness, and Progress Using Wearable Devices</dc:title>
  <dc:subject>PptxGenJS Presentation</dc:subject>
  <dc:creator>Atharva + Team</dc:creator>
  <cp:lastModifiedBy>Atharva + Team</cp:lastModifiedBy>
  <cp:revision>1</cp:revision>
  <dcterms:created xsi:type="dcterms:W3CDTF">2026-04-18T19:57:07Z</dcterms:created>
  <dcterms:modified xsi:type="dcterms:W3CDTF">2026-04-18T19:57:07Z</dcterms:modified>
</cp:coreProperties>
</file>